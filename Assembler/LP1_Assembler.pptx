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9" r:id="rId3"/>
    <p:sldId id="256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8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2B1-86AE-4DA5-A382-97A299C9F014}" type="datetimeFigureOut">
              <a:rPr lang="en-IN" smtClean="0"/>
              <a:t>15-11-2021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C0AE1-A75C-4B77-BBD1-2CA1FDC4E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633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2B1-86AE-4DA5-A382-97A299C9F014}" type="datetimeFigureOut">
              <a:rPr lang="en-IN" smtClean="0"/>
              <a:t>15-11-2021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C0AE1-A75C-4B77-BBD1-2CA1FDC4E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534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2B1-86AE-4DA5-A382-97A299C9F014}" type="datetimeFigureOut">
              <a:rPr lang="en-IN" smtClean="0"/>
              <a:t>15-11-2021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C0AE1-A75C-4B77-BBD1-2CA1FDC4E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91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2B1-86AE-4DA5-A382-97A299C9F014}" type="datetimeFigureOut">
              <a:rPr lang="en-IN" smtClean="0"/>
              <a:t>15-11-2021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C0AE1-A75C-4B77-BBD1-2CA1FDC4E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733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2B1-86AE-4DA5-A382-97A299C9F014}" type="datetimeFigureOut">
              <a:rPr lang="en-IN" smtClean="0"/>
              <a:t>15-11-2021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C0AE1-A75C-4B77-BBD1-2CA1FDC4E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10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2B1-86AE-4DA5-A382-97A299C9F014}" type="datetimeFigureOut">
              <a:rPr lang="en-IN" smtClean="0"/>
              <a:t>15-11-2021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C0AE1-A75C-4B77-BBD1-2CA1FDC4E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48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2B1-86AE-4DA5-A382-97A299C9F014}" type="datetimeFigureOut">
              <a:rPr lang="en-IN" smtClean="0"/>
              <a:t>15-11-2021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C0AE1-A75C-4B77-BBD1-2CA1FDC4E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959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2B1-86AE-4DA5-A382-97A299C9F014}" type="datetimeFigureOut">
              <a:rPr lang="en-IN" smtClean="0"/>
              <a:t>15-11-2021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C0AE1-A75C-4B77-BBD1-2CA1FDC4E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51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2B1-86AE-4DA5-A382-97A299C9F014}" type="datetimeFigureOut">
              <a:rPr lang="en-IN" smtClean="0"/>
              <a:t>15-11-2021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C0AE1-A75C-4B77-BBD1-2CA1FDC4E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967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2B1-86AE-4DA5-A382-97A299C9F014}" type="datetimeFigureOut">
              <a:rPr lang="en-IN" smtClean="0"/>
              <a:t>15-11-2021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C0AE1-A75C-4B77-BBD1-2CA1FDC4E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298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52B1-86AE-4DA5-A382-97A299C9F014}" type="datetimeFigureOut">
              <a:rPr lang="en-IN" smtClean="0"/>
              <a:t>15-11-2021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C0AE1-A75C-4B77-BBD1-2CA1FDC4E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398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852B1-86AE-4DA5-A382-97A299C9F014}" type="datetimeFigureOut">
              <a:rPr lang="en-IN" smtClean="0"/>
              <a:t>15-11-2021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C0AE1-A75C-4B77-BBD1-2CA1FDC4E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715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27207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Assignment 1.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7805" y="2467155"/>
            <a:ext cx="11404120" cy="355408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Design suitable Data structures and implement Pass-I and Pass-II of a two-pass assembler for pseudo-machine. Implementation should consist of a few instructions from each category and few assembler directives. The output of Pass-I (intermediate code file and symbol </a:t>
            </a:r>
            <a:r>
              <a:rPr lang="en-US" sz="2800" dirty="0" smtClean="0"/>
              <a:t>table)should </a:t>
            </a:r>
            <a:r>
              <a:rPr lang="en-US" sz="2800" dirty="0"/>
              <a:t>be input for Pass-II.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95984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Assembler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457" y="2320131"/>
            <a:ext cx="10094343" cy="395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16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Assembler Introduction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781969"/>
            <a:ext cx="10979989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4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Design of Two Pass Assembler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5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78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pPr algn="ctr"/>
            <a:r>
              <a:rPr lang="en-IN" dirty="0" smtClean="0"/>
              <a:t>Assembly Language Statements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3744"/>
            <a:ext cx="10841966" cy="486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58" y="1533525"/>
            <a:ext cx="10541480" cy="46429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1547" y="465826"/>
            <a:ext cx="8384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 smtClean="0"/>
              <a:t>Data Structures Required for Assembler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06757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94626" y="672861"/>
            <a:ext cx="7177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 smtClean="0"/>
              <a:t>Op-code Table</a:t>
            </a:r>
            <a:endParaRPr lang="en-IN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30" y="1297418"/>
            <a:ext cx="11093570" cy="532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6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95" y="1138687"/>
            <a:ext cx="10714008" cy="53483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29132" y="362309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 smtClean="0"/>
              <a:t>Data Structures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71506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72" y="534838"/>
            <a:ext cx="10765766" cy="600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82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53" y="672860"/>
            <a:ext cx="10230927" cy="564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66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66" y="414068"/>
            <a:ext cx="10403455" cy="617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84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366"/>
            <a:ext cx="12042475" cy="615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39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96" y="224287"/>
            <a:ext cx="11076317" cy="638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72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39351" y="1380226"/>
            <a:ext cx="76084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 smtClean="0"/>
          </a:p>
          <a:p>
            <a:pPr algn="ctr"/>
            <a:r>
              <a:rPr lang="en-IN" sz="5400" dirty="0" smtClean="0"/>
              <a:t>Pass-II Assembler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457722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25" y="604968"/>
            <a:ext cx="11110822" cy="600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13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98" y="315222"/>
            <a:ext cx="11421374" cy="625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71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62" y="327804"/>
            <a:ext cx="11576649" cy="624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807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72</Words>
  <Application>Microsoft Office PowerPoint</Application>
  <PresentationFormat>Widescreen</PresentationFormat>
  <Paragraphs>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Assignment 1.</vt:lpstr>
      <vt:lpstr>Assembler</vt:lpstr>
      <vt:lpstr>Assembler Introduction</vt:lpstr>
      <vt:lpstr>Design of Two Pass Assembler</vt:lpstr>
      <vt:lpstr>Assembly Language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staff</dc:creator>
  <cp:lastModifiedBy>staff</cp:lastModifiedBy>
  <cp:revision>30</cp:revision>
  <dcterms:created xsi:type="dcterms:W3CDTF">2021-11-15T05:11:40Z</dcterms:created>
  <dcterms:modified xsi:type="dcterms:W3CDTF">2021-11-15T06:06:17Z</dcterms:modified>
</cp:coreProperties>
</file>